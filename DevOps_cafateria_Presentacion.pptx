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72600" y="914400"/>
            <a:ext cx="1828800" cy="14630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72600" y="1234440"/>
            <a:ext cx="1143000" cy="146304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72600" y="1554480"/>
            <a:ext cx="1554480" cy="14630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731520"/>
            <a:ext cx="6126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8F8F5"/>
                </a:solidFill>
                <a:latin typeface="Aptos"/>
              </a:rPr>
              <a:t>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7772400" cy="2357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FFCC00"/>
                </a:solidFill>
                <a:latin typeface="Aptos"/>
              </a:rPr>
              <a:t>CALIDAD Y
SEGURIDAD
AUTOMATIZADAS</a:t>
            </a:r>
            <a:endParaRPr lang="es-ES" sz="3400" b="1" i="0" dirty="0">
              <a:solidFill>
                <a:srgbClr val="FFCC00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lang="es-CL" sz="3400" b="1" dirty="0">
                <a:solidFill>
                  <a:srgbClr val="FFCC00"/>
                </a:solidFill>
                <a:latin typeface="Aptos"/>
              </a:rPr>
              <a:t>EN FIORELLA</a:t>
            </a:r>
            <a:endParaRPr sz="3400" b="1" i="0" dirty="0">
              <a:solidFill>
                <a:srgbClr val="FFCC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4160520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8F8F5"/>
                </a:solidFill>
                <a:latin typeface="Aptos"/>
              </a:rPr>
              <a:t>JaCoCo · SonarCloud · Snyk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7315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Integración continua · Cobertura · Calidad · Seguridad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5C3C177-A307-0AB0-0DEF-BAB7876E9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235" y="2169827"/>
            <a:ext cx="5533165" cy="36887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01 · CONTEXTO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Una página web de cafetería como aplicación de 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474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82296" cy="3474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31546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LA APLICACIÓN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3200400" cy="276148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Página web para una cafetería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Proyecto Java / Maven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Empaquetado en una imagen Docker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Código versionado en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474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347472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1546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¿QUÉ BUSCAMOS?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3200400" cy="276148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Automatizar verificaciones en cada cambio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Detectar problemas antes de publicar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Guardar evidencias del análisis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Mejorar la confianza en cada entrega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520440" cy="3474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474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74519"/>
            <a:ext cx="31546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IDEA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359152"/>
            <a:ext cx="3200400" cy="276148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Que la web funcione no basta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También debemos medir pruebas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Revisar calidad del código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Identificar riesgos en dependencias e imagen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8F8F5"/>
                </a:solidFill>
                <a:latin typeface="Aptos"/>
              </a:rPr>
              <a:t>Objetivo: integrar calidad y seguridad al flujo de desarrollo, no dejarlas para el final.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02 · PREGUNTA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Un pipeline en verde no garantiza un producto perfecto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F8F8F5"/>
                </a:solidFill>
                <a:latin typeface="Aptos"/>
              </a:rPr>
              <a:t>“Los tests pasan…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89611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FFCC00"/>
                </a:solidFill>
                <a:latin typeface="Aptos"/>
              </a:rPr>
              <a:t>¿la web es de calidad y segura?”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320040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3749039"/>
            <a:ext cx="82296" cy="16002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886200"/>
            <a:ext cx="2834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70831"/>
            <a:ext cx="2816352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8F5"/>
                </a:solidFill>
                <a:latin typeface="Aptos"/>
              </a:rPr>
              <a:t>Comprueban comportamientos concretos.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749039"/>
            <a:ext cx="320040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3749039"/>
            <a:ext cx="82296" cy="1600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3886200"/>
            <a:ext cx="2834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4370831"/>
            <a:ext cx="2816352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8F5"/>
                </a:solidFill>
                <a:latin typeface="Aptos"/>
              </a:rPr>
              <a:t>Muestra cuánto código fue ejecutado.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749039"/>
            <a:ext cx="320040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3749039"/>
            <a:ext cx="82296" cy="16002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886200"/>
            <a:ext cx="2834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SEGURIDAD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370831"/>
            <a:ext cx="2816352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8F5"/>
                </a:solidFill>
                <a:latin typeface="Aptos"/>
              </a:rPr>
              <a:t>Revisa código, librerías e imagen.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03 · TRES HERRAMIENTAS, TRES FUNCIONES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Se complementan: ninguna reemplaza a las otras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886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82296" cy="388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31546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JaCoCo · 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3200400" cy="31729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Calcula cobertura de tests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Registra líneas y ramas ejecutadas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Genera index.html y jacoco.xml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No evalúa calidad ni vulnerabilidades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886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38862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1546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SonarCloud · EVALÚA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3200400" cy="31729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Analiza el código fuente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Detecta bugs y code smells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Revisa vulnerabilidades del código propio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Lee la cobertura desde JaCoCo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Aplica el Quality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520440" cy="3886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88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74519"/>
            <a:ext cx="31546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Snyk · VIGILA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359152"/>
            <a:ext cx="3200400" cy="31729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Escanea dependencias Maven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Revisa paquetes del SO en Docker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Identifica CVE y severidad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Indica versiones corregidas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04 · ¿QUÉ ANALIZA CADA UNA?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La diferencia clave está en el objeto que revisa cada herramienta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65960" cy="5029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819656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F0F0F"/>
                </a:solidFill>
                <a:latin typeface="Aptos"/>
              </a:rPr>
              <a:t>ASPECTO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2651760" cy="502920"/>
          </a:xfrm>
          <a:prstGeom prst="round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1828800"/>
            <a:ext cx="2505456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8F8F5"/>
                </a:solidFill>
                <a:latin typeface="Aptos"/>
              </a:rPr>
              <a:t>JaCoCo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737360"/>
            <a:ext cx="2834640" cy="5029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9552" y="1828800"/>
            <a:ext cx="2688336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F0F0F"/>
                </a:solidFill>
                <a:latin typeface="Aptos"/>
              </a:rPr>
              <a:t>SonarCloud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737360"/>
            <a:ext cx="2971800" cy="502920"/>
          </a:xfrm>
          <a:prstGeom prst="round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828800"/>
            <a:ext cx="2825496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8F8F5"/>
                </a:solidFill>
                <a:latin typeface="Aptos"/>
              </a:rPr>
              <a:t>Snyk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77439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1"/>
            <a:ext cx="178308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Pregunta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377439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40" y="2450591"/>
            <a:ext cx="2468879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¿Cuánto se prueba?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377439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2450591"/>
            <a:ext cx="265176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¿Cómo está mi código?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377439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2450591"/>
            <a:ext cx="27889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¿Qué riesgos traen mis dependencias?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81527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154679"/>
            <a:ext cx="178308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Analiza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081527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34640" y="3154679"/>
            <a:ext cx="2468879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Ejecución de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081527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3154679"/>
            <a:ext cx="265176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Código fuente propio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081527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19" y="3154679"/>
            <a:ext cx="27889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Librerías y paquetes de imagen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85615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858768"/>
            <a:ext cx="178308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Salida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3785615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3858768"/>
            <a:ext cx="2468879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HTML + XML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785615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0" y="3858768"/>
            <a:ext cx="265176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Bugs, smells, cobertura, Quality 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3785615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19" y="3858768"/>
            <a:ext cx="27889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CVE, severidad, versión corregida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489704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562856"/>
            <a:ext cx="178308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Token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489704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34640" y="4562856"/>
            <a:ext cx="2468879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4489704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0" y="4562856"/>
            <a:ext cx="265176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SONAR_TOKEN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4489704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19" y="4562856"/>
            <a:ext cx="27889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SNYK_TOKEN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193792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266944"/>
            <a:ext cx="178308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¿Bloquea?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193792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34640" y="5266944"/>
            <a:ext cx="2468879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No por sí sola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0" y="5193792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77840" y="5266944"/>
            <a:ext cx="265176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Sí, según Quality Gate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5193792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03919" y="5266944"/>
            <a:ext cx="27889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Sí, si el workflow lo configura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05 · FLUJO DE CALIDAD Y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La salida de una etapa alimenta la siguiente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40487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1737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Tests Maven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17373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Ejecutan pruebas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788920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240487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743200"/>
            <a:ext cx="1737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JaCoCo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3154680"/>
            <a:ext cx="17373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Mide 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788920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248" y="240487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743200"/>
            <a:ext cx="1737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jacoco.xml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154680"/>
            <a:ext cx="17373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Reporte para herramientas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788920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44967" y="240487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743200"/>
            <a:ext cx="1737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SonarCloud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3154680"/>
            <a:ext cx="17373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Analiza código + cobertura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788920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59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76687" y="2404872"/>
            <a:ext cx="320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7" y="2743200"/>
            <a:ext cx="1737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Quality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7" y="3154680"/>
            <a:ext cx="17373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PASSED / FAILED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4754880" cy="1188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4343400"/>
            <a:ext cx="82296" cy="1188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4480560"/>
            <a:ext cx="4389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SNYK 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965192"/>
            <a:ext cx="4370832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8F8F5"/>
                </a:solidFill>
                <a:latin typeface="Aptos"/>
              </a:rPr>
              <a:t>Analiza CVE en las dependencias declaradas en pom.xml.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43400"/>
            <a:ext cx="4754880" cy="1188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343400"/>
            <a:ext cx="82296" cy="118872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01968" y="4480560"/>
            <a:ext cx="4389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SNYK 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965192"/>
            <a:ext cx="4370832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8F8F5"/>
                </a:solidFill>
                <a:latin typeface="Aptos"/>
              </a:rPr>
              <a:t>Analiza paquetes de la imagen, incluido el sistema base.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06 · PIPELINE CI: 11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El orden permite analizar antes de publicar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80136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Descarga código + historial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80136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Java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6712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Runtime del scanner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80136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Tests + JaCoCo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Genera cobertura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36607" y="180136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78308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Artefacto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16712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Guarda reporte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21868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0040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SonarCloud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8444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Analiza código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75887" y="321868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20040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Snyk Maven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58444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Escanea dependencias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8" y="321868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Build 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58444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Genera el .jar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6607" y="321868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20040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Login DockerHub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58444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Autenticación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457200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468172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66344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Build Docker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504748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Construye imagen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457200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56248" y="468172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66344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Snyk 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4748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Escanea imagen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457200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36607" y="4681728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66344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Push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047488"/>
            <a:ext cx="21945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Publica imagen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CC00"/>
                </a:solidFill>
                <a:latin typeface="Aptos"/>
              </a:rPr>
              <a:t>3 → 5: Sonar necesita jacoco.xml.     9 → 10 → 11: escanear antes de publicar.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07 · CAMBIOS EN pom.xml Y main.yml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Cada ajuste tiene una razón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49240" cy="406908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40690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98347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pom.xml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5029200" cy="33558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Configurar JaCoCo y el plugin de Sonar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Definir organización, proyecto y servidor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Usar compilación compatible con Java 17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Mantener dependencias y configuración Maven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406908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82296" cy="406908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28800"/>
            <a:ext cx="48920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main.yml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37760" cy="33558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Checkout con fetch-depth: 0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Configurar Java 21 para el scanner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Ejecutar tests antes de SonarCloud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Añadir análisis Snyk para Maven y Docker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Guardar tokens en GitHub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CC00"/>
                </a:solidFill>
                <a:latin typeface="Aptos"/>
              </a:rPr>
              <a:t>Importante: el runner puede usar JDK 21 y el proyecto compilar para Java 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08 · SECRETS Y CONFIGURACIÓN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Las credenciales no deben quedar escritas en el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SONAR_TOKEN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2651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Autentica el análisis SonarCloud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9164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1810512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SONAR_PROJECT_KEY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810512"/>
            <a:ext cx="2651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Identifica el proyecto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044952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SONAR_ORGANIZATION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44952"/>
            <a:ext cx="2651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Identifica la organización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92608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3044952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SNYK_TOKEN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044952"/>
            <a:ext cx="2651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Autentica el análisis Snyk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279392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DOCKERHUB_USERNAME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279392"/>
            <a:ext cx="2651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Usuario de DockerHub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16052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4279392"/>
            <a:ext cx="22402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DOCKERHUB_TOKEN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279392"/>
            <a:ext cx="265176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Token con permisos adecuados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15000"/>
            <a:ext cx="100584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8F8F5"/>
                </a:solidFill>
                <a:latin typeface="Aptos"/>
              </a:rPr>
              <a:t>GITHUB_TOKEN es automático: no se crea manualmente.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09 · 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El código nuevo debe cumplir condiciones mínimas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402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FFCC00"/>
                </a:solidFill>
                <a:latin typeface="Apto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bugs nuevos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2468880"/>
            <a:ext cx="22402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FFCC00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4612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vulnerabilidades nuevas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59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2240280" cy="5570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 dirty="0">
                <a:solidFill>
                  <a:srgbClr val="FFCC00"/>
                </a:solidFill>
                <a:latin typeface="Aptos"/>
              </a:rPr>
              <a:t>≥ </a:t>
            </a:r>
            <a:r>
              <a:rPr lang="es-ES" sz="2900" b="1" i="0" dirty="0">
                <a:solidFill>
                  <a:srgbClr val="FFCC00"/>
                </a:solidFill>
                <a:latin typeface="Aptos"/>
              </a:rPr>
              <a:t>6</a:t>
            </a:r>
            <a:r>
              <a:rPr sz="2900" b="1" i="0" dirty="0">
                <a:solidFill>
                  <a:srgbClr val="FFCC00"/>
                </a:solidFill>
                <a:latin typeface="Aptos"/>
              </a:rPr>
              <a:t>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46120"/>
            <a:ext cx="2240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cobertura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800600"/>
            <a:ext cx="22860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5EBE7D"/>
                </a:solidFill>
                <a:latin typeface="Aptos"/>
              </a:rPr>
              <a:t>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94960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si cumple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800600"/>
            <a:ext cx="22860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EB5A50"/>
                </a:solidFill>
                <a:latin typeface="Aptos"/>
              </a:rP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394960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si falla una condición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13 · ¿CÓMO EVITAR PUBLICAR UNA IMAGEN VULNERABLE?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Control preventivo antes del docker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1488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Construir imagen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97480"/>
            <a:ext cx="3657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71800"/>
            <a:ext cx="21488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Ejecutar Snyk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97480"/>
            <a:ext cx="3657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5146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971800"/>
            <a:ext cx="21488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¿Hay Critical?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97480"/>
            <a:ext cx="3657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2514600"/>
            <a:ext cx="21488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5EBE7D"/>
                </a:solidFill>
                <a:latin typeface="Aptos"/>
              </a:rPr>
              <a:t>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71800"/>
            <a:ext cx="214884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Publicar solo si aprueba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43400"/>
            <a:ext cx="4754880" cy="11430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343400"/>
            <a:ext cx="82296" cy="1143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4480560"/>
            <a:ext cx="4389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CAMBIO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965192"/>
            <a:ext cx="4370832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8F5"/>
                </a:solidFill>
                <a:latin typeface="Aptos"/>
              </a:rPr>
              <a:t>Quitar continue-on-error: true en el paso Snyk correspondiente.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43400"/>
            <a:ext cx="4754880" cy="11430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343400"/>
            <a:ext cx="82296" cy="1143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4480560"/>
            <a:ext cx="4389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965192"/>
            <a:ext cx="4370832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8F5"/>
                </a:solidFill>
                <a:latin typeface="Aptos"/>
              </a:rPr>
              <a:t>Si el escaneo falla por la política configurada, el job no llega al push.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CD00"/>
                </a:solidFill>
                <a:latin typeface="Aptos"/>
              </a:defRPr>
            </a:pPr>
            <a:r>
              <a:t>DOCKERFILE, DOCKER COMPOSE E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Cómo se construye y ejecuta la aplicación web de la cafetería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1874519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1 ·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3246120" cy="1252727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Receta para construir la imagen.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Define imagen base, dependencias y archivos.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Incluye el comando de inicio de la aplicación.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Se usa con `docker build` o desde Compose.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20440" cy="1874519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3128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2 · Imagen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1947672"/>
            <a:ext cx="3246120" cy="1252727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Es el paquete construido a partir del Dockerfile.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Contiene la aplicación y su entorno.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Se puede etiquetar con versión.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Luego se ejecuta como contenedor.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17320"/>
            <a:ext cx="3520440" cy="1874519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0456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3 · 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947672"/>
            <a:ext cx="3246120" cy="1252727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Describe los servicios que trabajan juntos.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Configura puertos, variables y redes.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Puede definir aplicación y base de datos.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`docker compose up --build` construye y levanta.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10972800" cy="347472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CD00"/>
                </a:solidFill>
                <a:latin typeface="Aptos"/>
              </a:defRPr>
            </a:pPr>
            <a:r>
              <a:t>FLUJO DE EJECUCIÓN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Archivos de la cafetería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9504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Dockerfile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Instrucciones de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5776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Imagen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Paquete reproducible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Conecta servicios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64624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37776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Contenedores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Aplicación en ejecución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59552"/>
            <a:ext cx="10789920" cy="56692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Importante: una imagen no es lo mismo que un contenedor. La imagen es la plantilla; el contenedor es la instancia que se ejecuta.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10881360" cy="20116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EBEBE"/>
                </a:solidFill>
                <a:latin typeface="Aptos"/>
              </a:defRPr>
            </a:pPr>
            <a:r>
              <a:t>DEVOPS · ACTIVIDAD 2.4 · CAFETERÍA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CD00"/>
                </a:solidFill>
                <a:latin typeface="Aptos"/>
              </a:defRPr>
            </a:pPr>
            <a:r>
              <a:t>CÓMO SE CONECTA TODO EL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881360" cy="36576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Cada archivo y herramienta tiene una responsabilidad distinta, pero forman una sola cadena de validación.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Código +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3976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39696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main.yml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2191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pom.xml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8968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4688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JaCoCo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Cobertura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1464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87183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SonarCloud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3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59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Snyk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Vulnerabilidades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7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06455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52176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2176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Build / imagen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971800"/>
            <a:ext cx="3566160" cy="214884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3081528"/>
            <a:ext cx="329184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ARCHIVOS DE CONFIGURACIÓN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02152"/>
            <a:ext cx="3291840" cy="1527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pom.xml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Declara dependencias y plugins Maven.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Ejecuta pruebas y genera el reporte JaCoCo.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main.yml / workflow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Define los pasos automáticos y su orden.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2971800"/>
            <a:ext cx="3566160" cy="214884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53128" y="3081528"/>
            <a:ext cx="329184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ANÁLISIS AUTOMÁTICO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3502152"/>
            <a:ext cx="3291840" cy="1527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JaCoCo: mide cobertura de pruebas y produce XML.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SonarCloud: analiza código y recibe la cobertura para evaluar calidad.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Snyk: busca dependencias vulnerables y, si está configurado, analiza la imagen Docker.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2971800"/>
            <a:ext cx="3566160" cy="214884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0456" y="3081528"/>
            <a:ext cx="329184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CONTENEDORES Y SEGURIDAD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3502152"/>
            <a:ext cx="3291840" cy="1527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Dockerfile: indica cómo construir la imagen.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docker-compose.yml: define cómo se levantan y conectan los servicios.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El workflow puede bloquear la publicación si fallan las pruebas, el Quality Gate o los controles de seguridad configurados.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En resumen: GitHub activa el workflow → Maven compila y prueba → JaCoCo genera cobertura → SonarCloud evalúa calidad → Snyk revisa riesgos → Docker construye la imagen. El orden exacto depende de cómo esté configurado main.yml.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10881360" cy="20116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EBEBE"/>
                </a:solidFill>
                <a:latin typeface="Aptos"/>
              </a:defRPr>
            </a:pPr>
            <a:r>
              <a:t>DEVOPS · ACTIVIDAD 2.4 · CAFETERÍA                               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1266</Words>
  <Application>Microsoft Office PowerPoint</Application>
  <PresentationFormat>Panorámica</PresentationFormat>
  <Paragraphs>293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ignacio chamorro villegas</dc:creator>
  <cp:keywords/>
  <dc:description>generated using python-pptx</dc:description>
  <cp:lastModifiedBy>IGNACIO ISMAEL CHAMORRO VILLEGAS</cp:lastModifiedBy>
  <cp:revision>2</cp:revision>
  <dcterms:created xsi:type="dcterms:W3CDTF">2013-01-27T09:14:16Z</dcterms:created>
  <dcterms:modified xsi:type="dcterms:W3CDTF">2026-10-27T19:47:41Z</dcterms:modified>
  <cp:category/>
</cp:coreProperties>
</file>